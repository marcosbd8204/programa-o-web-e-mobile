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87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4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Tags Úteis e Introdução ao CSS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div, span, label + CSS básico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&lt;div&gt; - Division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genérico para agrupar elementos em BLOCOS. Quebra linha antes e depois.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&lt;h2&gt;Seção 1&lt;/h2&gt;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&lt;p&gt;Conteúdo da seção&lt;/p&gt;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&lt;h2&gt;Seção 2&lt;/h2&gt;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&lt;p&gt;Outro conteúdo&lt;/p&gt;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 classe CSS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class="destaque"&gt;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&lt;p&gt;Conteúdo destacado&lt;/p&gt;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de BLOCO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Ocupa 100% da largura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Quebra linha antes e depois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principais: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seções na página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Agrupar elementos relacionados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Aplicar estilos CSS em grupos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layouts (header, main, footer)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Semântica: neutra (sem significado)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&lt;span&gt;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458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genérico para elementos INLINE (dentro de linha). NÃO quebra linha.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11580"/>
            <a:ext cx="4114800" cy="34975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57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99202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Este é um texto 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style="color: red;"&gt;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destaque vermelho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&lt;/span&gt;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meio da frase.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Preço: &lt;span class="preco"&gt;R$ 99,90&lt;/span&gt;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class="destaque"&gt;PROMOÇÃO&lt;/span&gt; hoje!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11580"/>
            <a:ext cx="3931920" cy="34975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6017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38739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INLINE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Ocupa apenas o espaço do conteúdo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quebra linha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Fica na mesma linha do texto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principais: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Estilizar parte de um texto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Destacar palavras específicas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Aplicar CSS em trechos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altera layout da página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Semântica: neutra (sem significado)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Comparação: &lt;div&gt; vs &lt;span&gt;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330925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&lt;div&gt;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&lt;span&gt;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Elemento de BLOCO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Elemento INLINE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Quebra linha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SIM (antes e depois)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Largura padrão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 do container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Apenas o conteúdo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Pode conter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Qualquer elemento (block e inline)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Apenas elementos inline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Uso principal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Estruturar seções da página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Estilizar partes de texto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Exemplo visual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█████████████████</a:t>
                      </a:r>
                      <a:endParaRPr lang="en-US" sz="1300" dirty="0"/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(ocupa linha inteira)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███ (só o necessário)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550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&lt;label&gt;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0098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rótulo (legenda) para elementos de formulário. Melhora acessibilidade.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0" cy="1554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1: Atributo 'for'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for="nome"&gt;Nome:&lt;/label&gt;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id="nome" name="nome"&gt;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for="email"&gt;Email:&lt;/label&gt;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5087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Clicar no label = foco no input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 experiência do usuário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Essencial para acessibilidade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clicável maior (mobile)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4114800" cy="2350936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2: Label envolve input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2237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name="nome"&gt;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type="checkbox" name="aceito"&gt;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Aceito os termos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651760"/>
            <a:ext cx="3886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575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cada forma: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1 (for):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 input separados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2 (aninhado):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checkbox, radio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ao CSS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 (Folhas de Estilo em Cascata)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CSS?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estilos para: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aparência visual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Cores, fontes, tamanhos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Layout e posicionamento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Espaçamentos e bordas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Animações e transições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→ Estrutura/Conteúdo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→ Apresentação/Estilo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Básica: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seletor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propriedade: valor;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Exemplo */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Inserir CSS no HTML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CSS Inline (no próprio elemento):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red; font-size: 20px;"&gt;Texto vermelho&lt;/p&gt;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516712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CSS Interno (na tag &lt;style&gt; no &lt;head&gt;):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80414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&lt;style&gt;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{ color: red; font-size: 20px;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&lt;/style&gt;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35287"/>
            <a:ext cx="8229600" cy="993913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02873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CSS Externo (arquivo separado - RECOMENDADO):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5183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href="estilos.css"&gt;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Seletores CSS - Básicos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383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 CSS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seleciona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nome-da-tag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{ color: blue;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os &lt;p&gt;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Classe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.nome-classe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.destaque { color: red;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com class="destaque"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#nome-id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#titulo { font-size: 24px;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Elemento com id="titulo"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Universal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 { margin: 0;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os elementos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Múltiplos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sel1, sel2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h1, h2 { color: blue;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&lt;h1&gt; E &lt;h2&gt;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e IDs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4095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(pode repetir):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class="destaque"&gt;Texto 1&lt;/p&gt;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class="destaque"&gt;Texto 2&lt;/p&gt;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class="box azul"&gt;...&lt;/div&gt;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.destaque { color: red;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padding: 20px;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.azul { background: blue; 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Classes: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 ser usada em VÁRIOS elementos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elemento pode ter VÁRIAS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Separar classes com espaço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Reutilizável e modular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950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508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(único na página):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id="cabecalho"&gt;...&lt;/header&gt;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 id="conteudo"&gt;...&lt;/main&gt;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 id="rodape"&gt;...&lt;/footer&gt;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#cabecalho { background: blue;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#conteudo { padding: 20px;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#rodape { text-align: center;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950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IDs: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 ser ÚNICO na página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elemento tem apenas UM 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Maior especificidade que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Usado para elementos únicos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Selecionam elementos baseados em ESTADO ou POSIÇÃO.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Pseudo-classe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:hover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Quando o mouse passa sobre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a:hover { color: red;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Quando está sendo clicado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button:active { transform: scale(0.95);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:focus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Quando tem o foco (input ativo)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input:focus { border: 2px solid blue;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:visited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Link já visitado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a:visited { color: purple;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:first-child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Primeiro filho do elemento pai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li:first-child { font-weight: bold;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:last-child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Último filho do elemento pai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li:last-child { border-bottom: none;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:nth-child(n)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N-ésimo filho (odd/even/número)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tr:nth-child(even) { background: #f0f0f0;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:not(seletor)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Nega o seletor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p:not(.destaque) { color: gray;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Pseudo-elementos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Estilizam PARTES específicas de um elemento. Usam :: </a:t>
            </a:r>
            <a:r>
              <a:rPr lang="en-US" sz="16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</a:t>
            </a:r>
            <a:r>
              <a:rPr lang="en-US" sz="16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</a:t>
            </a:r>
            <a:r>
              <a:rPr lang="en-US" sz="16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292607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Pseudo-elemento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::before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Insere conteúdo ANTES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p::before { content: "→ ";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::after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Insere conteúdo DEPOIS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p::after { content: " ←";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::first-letter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Primeira letra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p::first-letter { font-size: 2em;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::first-line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Primeira linha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p::first-line { font-weight: bold;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::selection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Texto selecionado pelo usuário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::selection { background: yellow;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::placeholder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Placeholder de inputs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input::placeholder { color: #999;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Tags HTML: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&lt;div&gt; (bloco), &lt;span&gt; (inline), &lt;label&gt; (formulários)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CSS - Introdução: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Linguagem de estilos para aparência visual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Seletores CSS: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Tag, .classe, #id, * (universal)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Pseudo-classes: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:hover, :active, :focus, :first-child, :nth-child()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Pseudo-elementos: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::before, ::after, ::first-letter, ::selection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926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223325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8AA5E8-8054-4142-9CC3-A06DDE0D871A}"/>
</file>

<file path=customXml/itemProps2.xml><?xml version="1.0" encoding="utf-8"?>
<ds:datastoreItem xmlns:ds="http://schemas.openxmlformats.org/officeDocument/2006/customXml" ds:itemID="{B50E88E3-A040-47CF-9741-D267B281F415}"/>
</file>

<file path=customXml/itemProps3.xml><?xml version="1.0" encoding="utf-8"?>
<ds:datastoreItem xmlns:ds="http://schemas.openxmlformats.org/officeDocument/2006/customXml" ds:itemID="{98A7526B-EF88-4691-AAA9-A824B213B55C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1357</Words>
  <Application>Microsoft Office PowerPoint</Application>
  <PresentationFormat>Apresentação na tela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Tags Úteis e Introdução ao CSS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2026-02-09T20:30:13Z</dcterms:created>
  <dcterms:modified xsi:type="dcterms:W3CDTF">2026-02-09T20:51:14Z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