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0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75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- Tags de Conteúdo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head, body, p, h1-h6, a, br, hr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Revisão: Estrutura Básica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&lt;head&gt; - Cabeçalho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invisíveis: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Título da página (&lt;title&gt;)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Codificação (charset)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para 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– </a:t>
            </a:r>
            <a:r>
              <a:rPr lang="en-US" sz="15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Scripts JavaScript</a:t>
            </a:r>
            <a:endParaRPr lang="en-US" sz="1500" dirty="0"/>
          </a:p>
          <a:p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tags (SEO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- </a:t>
            </a:r>
            <a:r>
              <a:rPr lang="pt-BR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para Mecanismos de Busca</a:t>
            </a:r>
            <a:endParaRPr lang="en-US" sz="1500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&lt;body&gt; - Corpo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visível: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Títulos e subtítulos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Parágrafos de texto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Imagens e vídeos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(hiperlinks)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Listas, tabelas, formulários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Títulos: &lt;h1&gt; até &lt;h6&gt;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tags &lt;h1&gt; a &lt;h6&gt; definem títulos e subtítulos, do mais importante (h1) ao menos importante (h6):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&lt;h1&gt;Título Principal&lt;/h1&gt;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&lt;h2&gt;Subtítulo&lt;/h2&gt;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&lt;h3&gt;Seção&lt;/h3&gt;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&lt;h4&gt;Subseção&lt;/h4&gt;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&lt;h5&gt;Tópico&lt;/h5&gt;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&lt;h6&gt;Subtópico&lt;/h6&gt;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aparece: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Principal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Subseção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3493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Tópico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7490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Subtópico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e Boas Práticas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9E6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5161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r>
              <a:rPr lang="en-US" sz="18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Importantes: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apenas UM &lt;h1&gt; por página (título principal)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 ordem hierárquica (não pule níveis)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títulos para estrutura, não para tamanho de fonte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114800" cy="2286000"/>
          </a:xfrm>
          <a:prstGeom prst="rect">
            <a:avLst/>
          </a:prstGeom>
          <a:solidFill>
            <a:srgbClr val="E6F7E6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&lt;h1&gt;Meu Site&lt;/h1&gt;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1&lt;/h2&gt;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&lt;h3&gt;Tópico A&lt;/h3&gt;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&lt;h3&gt;Tópico B&lt;/h3&gt;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2&lt;/h2&gt;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3931920" cy="2286000"/>
          </a:xfrm>
          <a:prstGeom prst="rect">
            <a:avLst/>
          </a:prstGeom>
          <a:solidFill>
            <a:srgbClr val="FFE6E6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&lt;h1&gt;Meu Site&lt;/h1&gt;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&lt;h1&gt;Seção 1&lt;/h1&gt;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&lt;h4&gt;Tópico&lt;/h4&gt;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&lt;h2&gt;Outro título&lt;/h2&gt;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Pulou níveis! --&gt;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Parágrafos: &lt;p&gt;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&lt;p&gt; define parágrafos de texto. O navegador adiciona automaticamente espaçamento antes e depois.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1089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&lt;h1&gt;Bem-vindo!&lt;/h1&gt;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&lt;p&gt;Este é o primeiro parágrafo.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 pode ter várias linhas 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texto.&lt;/p&gt;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&lt;p&gt;Este é o segundo parágrafo.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Haverá espaço automaticamente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 os parágrafos.&lt;/p&gt;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no navegador: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Bem-vindo!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primeiro parágrafo. Ele pode ter várias linhas de texto.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segundo parágrafo. Haverá espaço automaticamente entre os parágrafos.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Links: &lt;a&gt;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&lt;a&gt; (anchor) cria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hiperlinks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atributo href define o destino do link.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12801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Básica: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</a:t>
            </a:r>
            <a:r>
              <a:rPr lang="en-US" sz="1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href=</a:t>
            </a:r>
            <a:r>
              <a:rPr lang="en-US" sz="18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"URL_do_destino"</a:t>
            </a:r>
            <a:r>
              <a:rPr lang="en-US" sz="1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do link</a:t>
            </a:r>
            <a:r>
              <a:rPr lang="en-US" sz="1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11480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071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externo --&gt;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href="https://google.com"&gt;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Ir para Google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interno --&gt;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href="contato.html"&gt;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Fale Conosco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29718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Úteis: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35204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Abre em nova aba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title="Descrição"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Tooltip ao passar o mouse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 de Linha e Linha Horizontal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&lt;br&gt; - Quebra de Linha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vazia que força uma quebra de linha dentro de um elemento.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</a:t>
            </a:r>
            <a:r>
              <a:rPr lang="en-US" sz="1300" i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tag de fechamento!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Primeira linha&lt;br&gt;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Segunda linha&lt;br&gt;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Terceira linha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&lt;hr&gt; - Linha Horizontal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linha horizontal para separar seções de conteúdo.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</a:t>
            </a:r>
            <a:r>
              <a:rPr lang="en-US" sz="1300" i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não precisa de tag de fechamento!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429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1&lt;/h2&gt;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&lt;p&gt;Conteúdo da seção 1.&lt;/p&gt;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&lt;hr&gt;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2&lt;/h2&gt;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&lt;p&gt;Conteúdo da seção 2.&lt;/p&gt;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 Completo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&lt;title&gt;Meu Primeiro Site&lt;/title&gt;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&lt;h1&gt;Bem-vindo ao Meu Site&lt;/h1&gt;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&lt;h2&gt;Sobre Mim&lt;/h2&gt;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&lt;p&gt;Olá! Meu nome é João.&lt;br&gt;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Estou aprendendo HTML.&lt;/p&gt;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&lt;h2&gt;Links Úteis&lt;/h2&gt;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&lt;p&gt;Visite o &lt;a href="https://google.com" target="_blank"&gt;Google&lt;/a&gt;.&lt;/p&gt;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&lt;p&gt;&lt;a href="contato.html"&gt;Entre em contato&lt;/a&gt; comigo!&lt;/p&gt;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no Navegador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Bem-vindo ao Meu Site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Mim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Olá! Meu nome é João.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Estou aprendendo HTML.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7315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Úteis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o </a:t>
            </a:r>
            <a:r>
              <a:rPr lang="en-US" sz="1400" u="sng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 contato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comigo!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0020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&lt;h1&gt; a &lt;h6&gt;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Títulos e hierarquia de conteúdo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&lt;p&gt;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Parágrafos de texto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&lt;a&gt;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Links (hiperlinks) com href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&lt;br&gt;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Quebra de linha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&lt;hr&gt;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Linha horizontal separadora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8274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805443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15E3F4-0043-42F3-AD27-3269B8BF358E}"/>
</file>

<file path=customXml/itemProps2.xml><?xml version="1.0" encoding="utf-8"?>
<ds:datastoreItem xmlns:ds="http://schemas.openxmlformats.org/officeDocument/2006/customXml" ds:itemID="{52878D47-52D5-4D66-AA70-6EF5FD8858A7}"/>
</file>

<file path=customXml/itemProps3.xml><?xml version="1.0" encoding="utf-8"?>
<ds:datastoreItem xmlns:ds="http://schemas.openxmlformats.org/officeDocument/2006/customXml" ds:itemID="{709CCF28-52EC-4C5B-9929-73C43D95BD29}"/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827</Words>
  <Application>Microsoft Office PowerPoint</Application>
  <PresentationFormat>Apresentação na tela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- Tags de Conteúdo</dc:title>
  <dc:subject>PptxGenJS Presentation</dc:subject>
  <dc:creator>Professor - Programação Web e Mobile</dc:creator>
  <cp:lastModifiedBy>Flávio Ricardo Dias de Souza</cp:lastModifiedBy>
  <cp:revision>5</cp:revision>
  <dcterms:created xsi:type="dcterms:W3CDTF">2026-02-09T18:28:59Z</dcterms:created>
  <dcterms:modified xsi:type="dcterms:W3CDTF">2026-02-09T19:35:28Z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