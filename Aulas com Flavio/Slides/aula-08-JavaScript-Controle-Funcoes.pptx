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6603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- Controle e Funções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if/else, Loops, Funções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Web e </a:t>
            </a:r>
            <a: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</a:p>
          <a:p>
            <a:pPr marL="0" indent="0" algn="ctr">
              <a:buNone/>
            </a:pPr>
            <a:r>
              <a:rPr lang="en-US" i="1" dirty="0" smtClean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Prof. Flávio Dias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/ else - Decisões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código baseado em condições (true/false)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498574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212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91417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 simples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(condição)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código se true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if/else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(condição)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código se true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código se false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if/else if/else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(condição1)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código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(condição2)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código 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código 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3498574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4212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Prático: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891417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idade = 17;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(idade &gt;= 18)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console.log('Maior de idade');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console.log('Menor de idade');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Classificação de nota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nota = 75;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(nota &gt;= 90)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console.log('A');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(nota &gt;= 70)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console.log('B');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(nota &gt;= 50)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console.log('C');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console.log('Reprovado');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 Ternário e Switch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73736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30965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 Ternário (if curto):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153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Sintaxe: condição ? seTrue : seFalse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idade = 20;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status = idade &gt;= 18 ? 'adulto' : 'menor';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console.log(status);  // 'adulto'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Equivalente a: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 (idade &gt;= 18) {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status = 'adulto';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} else {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status = 'menor';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}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32588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Atribuições simples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Condição com 2 resultados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Tornar código mais conciso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NÃO use para lógica complexa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NÃO aninha ternários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114800" cy="2246906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36297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Switch/Case: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dia = 2;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(dia)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1: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console.log('Segunda');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2: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console.log('Terça');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3: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console.log('Quarta');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console.log('Fim de semana');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0" y="2788920"/>
            <a:ext cx="3931920" cy="2246906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792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- Características: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33375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Compara valor exato (===)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Múltiplos casos possíveis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break para de executar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default é opcional (else)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Muitas condições sobre 1 valor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Valores exatos conhecidos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for - Repetição com Contador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 código um número específico de vezes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3832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(inicialização; condição; incremento)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código a repetir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Exemplo: contar de 1 a 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 = 1; i &lt;= 5; i++)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console.log(i);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Saída: 1, 2, 3, 4, 5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Percorrer array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frutas = ['maçã', 'banana', 'laranja'];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 = 0; i &lt; frutas.length; i++)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console.log(frutas[i]);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Saída: maçã, banana, laranja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Partes do for: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9659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Inicialização: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let i =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Executado 1 vez no início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Condição: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 &lt; 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Verificado antes de cada volta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 false, para o loop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Incremento: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i++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Executado após cada volta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 → condição → código →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→ condição → código →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→ ... até condição = false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while e do-while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 enquanto condição for verdadeira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8288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888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- Testa ANTES de executar: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60274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(condição)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código a repetir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Exemplo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contador = 1;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(contador &lt;= 5)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console.log(contador);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contador++;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Saída: 1, 2, 3, 4, 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4114800" cy="1678388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3697" y="3300454"/>
            <a:ext cx="38192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do-while - Executa ANTES de testar: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8815" y="3788134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código (executa pelo menos 1x)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while (condição);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Exemplo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num = 10;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console.log(num);  // Executa!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while (num &lt; 5);  // false, mas já executou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54879" y="1371600"/>
            <a:ext cx="4124077" cy="3644348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vs do-while: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123444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1965960"/>
            <a:ext cx="123444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0" y="1965960"/>
            <a:ext cx="123444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37744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condição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237744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237744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78892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Execuções mínimas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78892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vezes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0" y="278892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vez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20040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320040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não executar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0" y="320040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 executar 1x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37490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while: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Não sabe quantas vezes vai repetir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Depende de entrada do usuário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Processa até encontrar algo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Cuidado: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infinito se condição nunca = false!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e continue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Controlam o fluxo dentro de loops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8288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3697" y="13755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- SAI do loop: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805609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Para quando encontrar 'banana'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frutas = ['maçã', 'banana', 'laranja'];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 = 0; i &lt; frutas.length; i++)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(frutas[i] === 'banana')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console.log('Achei banana!');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break;  // SAI DO LOOP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console.log(frutas[i]);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Saída: maçã, Achei banana!// (laranja não é mostrada)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4114800" cy="14173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183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- PULA para próxima volta: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720547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Pula números pares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 = 1; i &lt;= 5; i++)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 % 2 === 0)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continue;  // PULA resto do código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console.log(i);  // Só números ímpares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Saída: 1, 3, 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SAI completamente do loop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Não executa mais nenhuma volta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Continua após o loop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quando: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Encontrou o que procurava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Condição de parada especial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PULA para próxima iteração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Não executa resto do código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Loop continua normalmente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quando: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Quer pular certas condições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Filtrar valores específicos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Funções - Blocos Reutilizáveis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é um bloco de código que pode ser executado múltiplas vezes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3832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55697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Declaração de Função: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60220"/>
            <a:ext cx="3749040" cy="2811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Sintaxe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nomeDaFuncao(parametros)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código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resultado;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Função sem parâmetros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saudar()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console.log('Olá!');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saudar();  // Chama a função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Saída: Olá!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Função com parâmetros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saudarPessoa(nome)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console.log('Olá, ' + nome + '!');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saudarPessoa('João');   // Olá, João!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saudarPessoa('Maria');  // Olá, Maria!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944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usar funções?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760220"/>
            <a:ext cx="3474720" cy="2766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Reutilização de código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Escreve 1x, usa muitas vezes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Organização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Separa código em blocos lógicos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Manutenção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Muda em 1 lugar, afeta todos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Legibilidade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Nomes descritivos = código claro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Testabilidade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Testa partes isoladamente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577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e Parâmetros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563217"/>
            <a:ext cx="4114800" cy="2271423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7193" y="608937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- Retorna um valor: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746" y="640411"/>
            <a:ext cx="3749040" cy="2332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somar(a, b)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 + b;  // RETORNA resultado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resultado = somar(5, 3);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console.log(resultado);  // 8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 direto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console.log(somar(10, 20));  // 30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Função sem return retorna undefined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semRetorno()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console.log('Executou');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x = semRetorno();  // x = undefined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4114800" cy="2077278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937" y="29986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Parâmetros e Argumentos: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3589517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Parâmetros = variáveis na declaração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apresentar(nome, idade)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console.log(`${nome} tem ${idade} anos`);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Argumentos = valores na chamada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apresentar('João', 25);  // João tem 25 anos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Parâmetros padrão (default)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saudar(nome = 'visitante')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console.log('Olá, ' + nome);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saudar();         // Olá, visitante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saudar('Maria');  // Olá, Maria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54880" y="563217"/>
            <a:ext cx="3931920" cy="4432853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6702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Conceitos Importantes: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051559"/>
            <a:ext cx="3474720" cy="347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Devolve valor para quem chamou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 execução da função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Código após return não executa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return → undefined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Tornam função flexível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Podem ter valores padrão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Ordem importa!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Quantidade pode variar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 função = 1 responsabilidade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Nomes descritivos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Máximo 3-4 parâmetros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Sempre use return quando precisa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Expressões e Arrow Functions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46304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15117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Expression: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2338" y="14630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Função atribuída a variável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somar = function(a, b)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 + b;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console.log(somar(5, 3));  //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4114800" cy="214884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2338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 Function (ES6 - Moderna):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7551" y="294894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Sintaxe curta com =&gt;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somar = (a, b) =&gt;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 + b;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 implícito (sem chaves)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somar = (a, b) =&gt; a + b;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parâmetro = sem parênteses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dobro = x =&gt; x * 2;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Sem parâmetros = () vazio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saudar = () =&gt; console.log('Olá!');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54879" y="1005840"/>
            <a:ext cx="4137329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123444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1600200"/>
            <a:ext cx="123444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Sintaxe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0" y="1600200"/>
            <a:ext cx="123444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Declaração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01168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nome() {}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0" y="201168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Tradicional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42316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Expressão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42316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 = function() {}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0" y="242316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83464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283464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 = () =&gt; {}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98080" y="283464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Moderna/Curta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2004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Sintaxe mais curta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Return implícito em 1 linha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Mais usada atualmente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equivalentes: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3886200"/>
            <a:ext cx="3383280" cy="7772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39776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Tradicional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dobro(x) { return x * 2; 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Arrow (moderna)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dobro = x =&gt; x * 2;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de Variáveis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define onde uma variável pode ser acessada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3832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Escopo GLOBAL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global = 'Vejo em qualquer lugar';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minhaFuncao() {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Escopo LOCAL (função)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local = 'Só dentro da função';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console.log(global);  // OK ✓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console.log(local);   // OK ✓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console.log(global);  // OK ✓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console.log(local);   // ERRO! ✗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local não existe aqui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Escopo de BLOCO {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(true)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bloco = 'Só no bloco';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console.log(bloco);  // OK ✓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console.log(bloco);  // ERRO! ✗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944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Escopo: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92024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Escopo GLOBAL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Variáveis fora de funções/blocos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Acessível em qualquer lugar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Evite criar muitas!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Escopo de FUNÇÃO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Variáveis dentro da função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Só existe dentro da função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Morre ao fim da função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Escopo de BLOCO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let/const dentro de {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if, for, while, etc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 NÃO respeita bloco!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 let/const (escopo de bloco)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Evite var (escopo global/função)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Boas Práticas com Funções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094922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Nomes Descritivos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7680960" cy="4572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✗ Ruim                        // ✓ Bom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f(x) { }               function calcularDesconto(preco) { 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Uma Responsabilidade por Função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Cada função faz apenas 1 coisa específica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Tamanho Adequado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 está muito grande (&gt;20 linhas), divida em funções menores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Evite Efeitos Colaterais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Função não deve modificar variáveis globais sem necessidade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Parâmetros Limitados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Máximo 3-4 parâmetros. Se precisa de mais, use objeto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Return Sempre que Necessário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 função calcula algo, retorne o resultado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da Aula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8412480" cy="34747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2588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Estruturas de Decisão: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if/else, operador ternário (?:), switch/case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Loops (Repetição):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for (contador), while (condição), do-while, break, continue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Funções: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Declaração, expressão, arrow functions (=&gt;)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Parâmetros e Return: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Valores de entrada e saída das funções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Escopo: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Global, função, bloco - onde variáveis existem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aula: DOM e Eventos - Interatividade com HTML!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22D2A192437014EB15729606CF2649F" ma:contentTypeVersion="7" ma:contentTypeDescription="Crie um novo documento." ma:contentTypeScope="" ma:versionID="72c82411141a5c6477fd26844196d284">
  <xsd:schema xmlns:xsd="http://www.w3.org/2001/XMLSchema" xmlns:xs="http://www.w3.org/2001/XMLSchema" xmlns:p="http://schemas.microsoft.com/office/2006/metadata/properties" xmlns:ns2="e054e46c-fd7e-4dc0-b65d-2a9a379c5fba" targetNamespace="http://schemas.microsoft.com/office/2006/metadata/properties" ma:root="true" ma:fieldsID="a40176d61270007612af080dbea1a3d1" ns2:_="">
    <xsd:import namespace="e054e46c-fd7e-4dc0-b65d-2a9a379c5f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54e46c-fd7e-4dc0-b65d-2a9a379c5f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7F20930-5E1C-464A-9E7A-4482197371B3}"/>
</file>

<file path=customXml/itemProps2.xml><?xml version="1.0" encoding="utf-8"?>
<ds:datastoreItem xmlns:ds="http://schemas.openxmlformats.org/officeDocument/2006/customXml" ds:itemID="{1240D4D9-40AA-4431-987E-0063574A921A}"/>
</file>

<file path=customXml/itemProps3.xml><?xml version="1.0" encoding="utf-8"?>
<ds:datastoreItem xmlns:ds="http://schemas.openxmlformats.org/officeDocument/2006/customXml" ds:itemID="{33C6E15E-BD0C-4DFD-94C8-21E56C521940}"/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1875</Words>
  <Application>Microsoft Office PowerPoint</Application>
  <PresentationFormat>Apresentação na tela (16:9)</PresentationFormat>
  <Paragraphs>445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- Estruturas de Controle e Funções</dc:title>
  <dc:subject>PptxGenJS Presentation</dc:subject>
  <dc:creator>Professor - Programação Web e Mobile</dc:creator>
  <cp:lastModifiedBy>Flávio Ricardo Dias de Souza</cp:lastModifiedBy>
  <cp:revision>6</cp:revision>
  <dcterms:created xsi:type="dcterms:W3CDTF">2026-03-04T13:45:17Z</dcterms:created>
  <dcterms:modified xsi:type="dcterms:W3CDTF">2026-03-04T16:19:08Z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0x010100F22D2A192437014EB15729606CF2649F</vt:lpwstr>
  </property>
</Properties>
</file>