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2067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819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- Layout, Bordas e Efeitos Visuais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Model, Bordas, Sombras, Transparência, Position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Web e </a:t>
            </a:r>
            <a: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</a:p>
          <a:p>
            <a:pPr marL="0" indent="0" algn="ctr">
              <a:buNone/>
            </a:pPr>
            <a:endParaRPr lang="en-US" i="1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1800" dirty="0" smtClean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Prof. Flávio Dias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Model - Modelo de Caixa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elemento HTML é uma 'caixa' composta por: conteúdo, padding, borda e margem.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5720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3657600" cy="2377440"/>
          </a:xfrm>
          <a:prstGeom prst="rect">
            <a:avLst/>
          </a:prstGeom>
          <a:solidFill>
            <a:srgbClr val="FFE6CC">
              <a:alpha val="70000"/>
            </a:srgbClr>
          </a:solidFill>
          <a:ln w="25400">
            <a:solidFill>
              <a:srgbClr val="FF99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1945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(margem externa)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80160" y="2514600"/>
            <a:ext cx="2926080" cy="1737360"/>
          </a:xfrm>
          <a:prstGeom prst="rect">
            <a:avLst/>
          </a:prstGeom>
          <a:solidFill>
            <a:srgbClr val="CCE5FF">
              <a:alpha val="70000"/>
            </a:srgbClr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6060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 (borda)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0" y="2926080"/>
            <a:ext cx="2194560" cy="1097280"/>
          </a:xfrm>
          <a:prstGeom prst="rect">
            <a:avLst/>
          </a:prstGeom>
          <a:solidFill>
            <a:srgbClr val="CCFFCC">
              <a:alpha val="70000"/>
            </a:srgbClr>
          </a:solidFill>
          <a:ln w="25400">
            <a:solidFill>
              <a:srgbClr val="00C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3017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 (preenchimento interno)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11680" y="3337560"/>
            <a:ext cx="1463040" cy="457200"/>
          </a:xfrm>
          <a:prstGeom prst="rect">
            <a:avLst/>
          </a:prstGeom>
          <a:solidFill>
            <a:srgbClr val="FFCCCC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3383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(conteúdo)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12080" y="1508760"/>
            <a:ext cx="3474720" cy="32004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1645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Propriedades CSS: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94960" y="205740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Largura e altura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width: 200px;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height: 100px;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Padding (interno)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padding: 20px;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padding-top: 10px;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Border (borda)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border: 2px solid black;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Margin (externo)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margin: 15px;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margin-left: 30px;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e Padding - Sintaxes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33832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Sintaxe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Exemplo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Significado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 valor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margin: 20px;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Todos os lados = 20px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 valores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margin: 10px 20px;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Top/Bottom = 10px, Left/Right = 20px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3 valores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margin: 10px 20px 30px;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Top = 10px, Left/Right = 20px, Bottom = 30px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4 valores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margin: 10px 20px 30px 40px;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Top, Right, Bottom, Left (sentido horário)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Individual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margin-top: 15px;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Apenas o topo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margin-right: 20px;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Apenas a direita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margin-bottom: 25px;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Apenas o fundo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margin-left: 30px;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Apenas a esquerda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Centralizar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margin: 0 auto;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Centraliza horizontalmente (precisa de width)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 - Bordas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Sintaxe Shorthand (resumida):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border: </a:t>
            </a:r>
            <a:r>
              <a:rPr lang="en-US" sz="1400" b="1" dirty="0">
                <a:solidFill>
                  <a:srgbClr val="00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largura estilo cor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/* Exemplo: </a:t>
            </a:r>
            <a:r>
              <a:rPr lang="en-US" sz="14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border: 2px solid black;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*/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114800" cy="2834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Estilos de Borda: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24231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24231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sólida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6974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- - - - -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6974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tracejada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9718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29718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· · · · ·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29718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pontilhada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2461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32461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═══════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32461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dupla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520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groove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20240" y="35204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▓▓▓▓▓▓▓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35204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entalhado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7947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20240" y="37947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▒▒▒▒▒▒▒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37947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elevado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069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20240" y="40690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▁▁▁▁▁▁▁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0" y="40690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baixo-relevo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43434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outset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920240" y="43434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▔▔▔▔▔▔▔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0" y="43434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alto-relevo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4617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920240" y="46177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(nenhuma)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00400" y="46177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borda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1920240"/>
            <a:ext cx="3931920" cy="283464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Propriedades Individuais: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937760" y="242316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Todos os lados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border-width: 3px;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border-style: solid;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border-color: red;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Lados específicos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border-top: 2px solid blue;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border-right: 3px dashed green;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border-bottom: 1px dotted red;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border-left: 4px double black;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Bordas arredondadas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border-radius: 10px;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 Radius - Cantos Arredondados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 Visuais: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border-radius: 0;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Cantos retos (quadrado/retângulo)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border-radius: 10px;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Cantos levemente arredondados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border-radius: 25px;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Cantos bem arredondados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border-radius: 50%;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Círculo perfeito (se width = height)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4114800" cy="21031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Sintaxes: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Todos os cantos iguais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border-radius: 10px;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Cantos individuais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border-top-left-radius: 20px;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border-top-right-radius: 15px;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border-bottom-right-radius: 10px;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border-bottom-left-radius: 5px;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Círculo perfeito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border-radius: 50%;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606040"/>
            <a:ext cx="39319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Aplicações Comuns: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31546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Botões arredondados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Cards e containers modernos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Avatares circulares (50%)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Tags e badges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Modais e popups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 fields estilizados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 - Contorno Externo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é semelhante à borda, mas NÃO ocupa espaço no layout.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114800" cy="32004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Sintaxe: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Outline básico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outline: 2px solid blue;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Propriedades individuais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outline-width: 3px;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outline-style: dashed;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outline-color: red;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Offset (distância)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outline-offset: 5px;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Remover outline */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outline: none;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39319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 vs Outline: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1371600" cy="32004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2103120"/>
            <a:ext cx="1005840" cy="32004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89520" y="2103120"/>
            <a:ext cx="1005840" cy="32004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468880"/>
            <a:ext cx="13716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 espaço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246888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589520" y="246888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834640"/>
            <a:ext cx="13716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Afeta layout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283464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589520" y="283464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3200400"/>
            <a:ext cx="13716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border-radius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320040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89520" y="320040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aceita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566160"/>
            <a:ext cx="13716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Lados individuais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356616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89520" y="356616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possível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3931920"/>
            <a:ext cx="13716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393192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tem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89520" y="393192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(outline-offset)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4297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comum: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Indicar foco em inputs e botões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Shadow - Sombras em Caixas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Sintaxe: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box-shadow: </a:t>
            </a:r>
            <a:r>
              <a:rPr lang="en-US" sz="1300" b="1" dirty="0">
                <a:solidFill>
                  <a:srgbClr val="00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offset-x offset-y blur spread color</a:t>
            </a:r>
            <a:r>
              <a:rPr lang="en-US" sz="1300" i="1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inset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114800" cy="283464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Sombra básica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box-shadow: 5px 5px 10px rgba(0,0,0,0.3);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Sombra suave (elevação)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box-shadow: 0 2px 8px rgba(0,0,0,0.15);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Sombra forte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box-shadow: 0 10px 30px rgba(0,0,0,0.5);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Sombra interna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box-shadow: inset 0 0 10px rgba(0,0,0,0.3);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Múltiplas sombras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box-shadow: 3px 3px 5px red,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-3px -3px 5px blue;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920240"/>
            <a:ext cx="3931920" cy="2834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Parâmetros: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offset-x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Deslocamento horizontal (+direita, -esquerda)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8529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offset-y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Deslocamento vertical (+baixo, -cima)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323697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blur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Desfoque (opcional, padrão 0)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62102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spread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Expansão (opcional, padrão 0)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40050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Cor da sombra (use rgba para transparência)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4389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inset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Sombra interna (opcional)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Shadow - Sombras em Texto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Sintaxe: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text-shadow: </a:t>
            </a:r>
            <a:r>
              <a:rPr lang="en-US" sz="1400" b="1" dirty="0">
                <a:solidFill>
                  <a:srgbClr val="00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offset-x offset-y blur color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114800" cy="283464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Sombra simples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text-shadow: 2px 2px 4px rgba(0,0,0,0.5);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Sombra suave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text-shadow: 1px 1px 2px rgba(0,0,0,0.3);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Efeito neon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text-shadow: 0 0 10px #00ff00,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0 0 20px #00ff00;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Múltiplas sombras coloridas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text-shadow: 2px 2px red,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4px 4px blue,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6px 6px green;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920240"/>
            <a:ext cx="3931920" cy="2834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Aplicações Comuns: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46888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Melhorar legibilidade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(texto sobre imagens)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Efeitos decorativos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(títulos, logos)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Efeito 3D ou relevo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Efeito neon/brilho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Contornos coloridos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Transparência - Opacity e RGBA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114800" cy="173736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opacity - Opacidade Total: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Valores de 0 a 1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opacity: 1;    /* 100% opaco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opacity: 0.5;  /* 50% transparente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opacity: 0;    /* Invisível */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Afeta TODO o elemento */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(incluindo filhos) */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51560"/>
            <a:ext cx="393192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0" y="16002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Fade in/out animações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Overlays (sobreposições)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Elementos desabilitados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Efeitos hover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114800" cy="173736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rgba() - Transparência por Cor: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rgba(red, green, blue, alpha)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background: rgba(255, 0, 0, 0.5);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Vermelho 50% transparente */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rgba(0, 0, 0, 0.7);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Preto 70% opaco */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Afeta APENAS a propriedade */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393192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opacity vs rgba: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34747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opacity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34747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Afeta tudo (elemento + filhos)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37490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rgba()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3749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Afeta só a cor específica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40233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40233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42976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Exemplo: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4297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transparente,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45720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45720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opaco? Use rgba()!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- Tipo de Exibição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33832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Valor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Descrição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Exemplo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block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Elemento de bloco (ocupa linha inteira)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div, p, h1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inline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Elemento inline (fica na mesma linha)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span, a, strong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inline-block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Inline mas aceita width/height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Útil para menus horizontais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flex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Container flexível (layout moderno)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Alinhamento poderoso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grid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Sistema de grade 2D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Layouts complexos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none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Esconde o elemento (remove do layout)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Menu oculto, modals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- Posicionamento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29260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Valor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Descrição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Uso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static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Padrão (fluxo normal do documento)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Não precisa especificar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relative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Relativo à posição original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top, right, bottom, left funcionam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absolute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Relativo ao ancestral posicionado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Remove do fluxo normal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fixed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Fixo na viewport (não rola)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Headers fixos, botões flutuantes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sticky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Relativo até rolar, depois fixa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Headers que grudam no topo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2519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Propriedades de posicionamento: </a:t>
            </a: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bottom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da Aula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143000"/>
            <a:ext cx="8412480" cy="338328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Box Model: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margin, border, padding, content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Bordas: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border (width, style, color), border-radius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Outline: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Similar à borda, mas não ocupa espaço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Sombras: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box-shadow (caixas), text-shadow (texto)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Transparência: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opacity (tudo), rgba() (só a cor)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Layout: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display (block, inline, flex, grid, none), position (static, relative, absolute, fixed, sticky)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2697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 err="1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</a:t>
            </a:r>
            <a:r>
              <a:rPr lang="en-US" sz="80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3136614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22D2A192437014EB15729606CF2649F" ma:contentTypeVersion="7" ma:contentTypeDescription="Crie um novo documento." ma:contentTypeScope="" ma:versionID="72c82411141a5c6477fd26844196d284">
  <xsd:schema xmlns:xsd="http://www.w3.org/2001/XMLSchema" xmlns:xs="http://www.w3.org/2001/XMLSchema" xmlns:p="http://schemas.microsoft.com/office/2006/metadata/properties" xmlns:ns2="e054e46c-fd7e-4dc0-b65d-2a9a379c5fba" targetNamespace="http://schemas.microsoft.com/office/2006/metadata/properties" ma:root="true" ma:fieldsID="a40176d61270007612af080dbea1a3d1" ns2:_="">
    <xsd:import namespace="e054e46c-fd7e-4dc0-b65d-2a9a379c5f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54e46c-fd7e-4dc0-b65d-2a9a379c5f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D654D54-364A-460A-B052-F5303D7B000A}"/>
</file>

<file path=customXml/itemProps2.xml><?xml version="1.0" encoding="utf-8"?>
<ds:datastoreItem xmlns:ds="http://schemas.openxmlformats.org/officeDocument/2006/customXml" ds:itemID="{184843FD-26ED-4302-9596-0E11A9A81DD9}"/>
</file>

<file path=customXml/itemProps3.xml><?xml version="1.0" encoding="utf-8"?>
<ds:datastoreItem xmlns:ds="http://schemas.openxmlformats.org/officeDocument/2006/customXml" ds:itemID="{AE78FF4C-6A45-4902-9F9B-67B53D6A3CAF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1267</Words>
  <Application>Microsoft Office PowerPoint</Application>
  <PresentationFormat>Apresentação na tela (16:9)</PresentationFormat>
  <Paragraphs>324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- Layout, Bordas e Efeitos Visuais</dc:title>
  <dc:subject>PptxGenJS Presentation</dc:subject>
  <dc:creator>Professor - Programação Web e Mobile</dc:creator>
  <cp:lastModifiedBy>Flávio Ricardo Dias de Souza</cp:lastModifiedBy>
  <cp:revision>2</cp:revision>
  <dcterms:created xsi:type="dcterms:W3CDTF">2026-02-09T21:05:20Z</dcterms:created>
  <dcterms:modified xsi:type="dcterms:W3CDTF">2026-02-09T21:12:53Z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0x010100F22D2A192437014EB15729606CF2649F</vt:lpwstr>
  </property>
</Properties>
</file>