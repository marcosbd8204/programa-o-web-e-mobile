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60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04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0" y="182880"/>
            <a:ext cx="4389120" cy="4389120"/>
          </a:xfrm>
          <a:prstGeom prst="ellipse">
            <a:avLst/>
          </a:prstGeom>
          <a:solidFill>
            <a:srgbClr val="16213E">
              <a:alpha val="70000"/>
            </a:srgbClr>
          </a:solidFill>
          <a:ln w="12700">
            <a:solidFill>
              <a:srgbClr val="61DAF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766560" y="1005840"/>
            <a:ext cx="2743200" cy="2743200"/>
          </a:xfrm>
          <a:prstGeom prst="ellipse">
            <a:avLst/>
          </a:prstGeom>
          <a:solidFill>
            <a:srgbClr val="0F3460">
              <a:alpha val="80000"/>
            </a:srgbClr>
          </a:solidFill>
          <a:ln w="12700">
            <a:solidFill>
              <a:srgbClr val="61DAF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e Mobile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Primeiro Programa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 </a:t>
            </a:r>
            <a:r>
              <a:rPr lang="en-US" sz="42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Next.js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Publicação no Vercel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118872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3383280"/>
            <a:ext cx="137160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737360" y="3401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383280"/>
            <a:ext cx="128016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200400" y="34015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Flávio Dias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React?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e Mobile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Biblioteca JavaScript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criar interfaces de usuário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374904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(Meta) — 2013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74904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(não é framework completo)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74904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visualização (View)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374904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580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reutilizáveis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usar React?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402336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92040" y="1463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9240" y="1417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a UI em peças independentes e reutilizáveis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402336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892040" y="2240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194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só o que mudou na tela (Virtual DOM)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02336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92040" y="3017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2971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Enorme comunidade e biblioteca de pacotes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703320"/>
            <a:ext cx="402336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892040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4924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das tecnologias mais demandadas em 2025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e Mobile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Next.js?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</a:t>
            </a: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</a:t>
            </a: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construído sobre o React que adiciona funcionalidades prontas para produção.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651760" cy="265176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325880" y="2011680"/>
            <a:ext cx="731520" cy="731520"/>
          </a:xfrm>
          <a:prstGeom prst="ellipse">
            <a:avLst/>
          </a:prstGeom>
          <a:solidFill>
            <a:srgbClr val="61DAFB">
              <a:alpha val="30000"/>
            </a:srgbClr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25880" y="202996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Roteamento Automático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arquivo na pasta app/ e a rota já existe. Sem configuração manual.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1874520"/>
            <a:ext cx="2651760" cy="265176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160520" y="2011680"/>
            <a:ext cx="731520" cy="731520"/>
          </a:xfrm>
          <a:prstGeom prst="ellipse">
            <a:avLst/>
          </a:prstGeom>
          <a:solidFill>
            <a:srgbClr val="FBBF24">
              <a:alpha val="3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160520" y="202996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91840" y="2834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Components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renderizados no servidor por padrão — mais rápido para o usuário.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1874520"/>
            <a:ext cx="2651760" cy="265176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995160" y="2011680"/>
            <a:ext cx="731520" cy="731520"/>
          </a:xfrm>
          <a:prstGeom prst="ellipse">
            <a:avLst/>
          </a:prstGeom>
          <a:solidFill>
            <a:srgbClr val="4ADE80">
              <a:alpha val="3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995160" y="202996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Simplificado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4768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nativa com a Vercel: push no GitHub → site publicado automaticamente.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é a base — Next.js são os andaimes que tornam tudo mais rápido e organizado.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Criando o Projeto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e Mobile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 do VS Code, execute: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solidFill>
            <a:srgbClr val="0D1117"/>
          </a:solidFill>
          <a:ln w="254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8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create-next-app@latest </a:t>
            </a:r>
            <a:r>
              <a:rPr lang="en-US" sz="1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meu-primeiro-app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terminal vai fazer perguntas de configuração — responda assim: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347472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6675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Would you like to use TypeScript?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2295144"/>
            <a:ext cx="1371600" cy="237744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223760" y="22951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8412480" cy="347472"/>
          </a:xfrm>
          <a:prstGeom prst="rect">
            <a:avLst/>
          </a:prstGeom>
          <a:solidFill>
            <a:srgbClr val="E8EFF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65760" y="2660904"/>
            <a:ext cx="6675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Would you like to use ESLint?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2688336"/>
            <a:ext cx="137160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223760" y="2688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26664"/>
            <a:ext cx="8412480" cy="347472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65760" y="3054096"/>
            <a:ext cx="6675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Would you like to use Tailwind CSS?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3081528"/>
            <a:ext cx="1371600" cy="237744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223760" y="3081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19856"/>
            <a:ext cx="8412480" cy="347472"/>
          </a:xfrm>
          <a:prstGeom prst="rect">
            <a:avLst/>
          </a:prstGeom>
          <a:solidFill>
            <a:srgbClr val="E8EFF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3447288"/>
            <a:ext cx="6675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Would you like to use the `src/` directory?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3474720"/>
            <a:ext cx="1371600" cy="237744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223760" y="34747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813048"/>
            <a:ext cx="8412480" cy="347472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6675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Would you like to use App Router? (recommended)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3867912"/>
            <a:ext cx="137160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223760" y="38679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8412480" cy="347472"/>
          </a:xfrm>
          <a:prstGeom prst="rect">
            <a:avLst/>
          </a:prstGeom>
          <a:solidFill>
            <a:srgbClr val="E8EFF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65760" y="4233672"/>
            <a:ext cx="6675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Would you like to customize import alias?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4261104"/>
            <a:ext cx="1371600" cy="237744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223760" y="42611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e Mobile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de Pastas do Projeto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3474720" cy="3886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meu-primeiro-app/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app/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📄 layout.jsx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📄 page.jsx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📄 globals.css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public/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🖼️ next.svg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.gitignore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jsconfig.json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next.config.mjs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package.json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69080" y="822960"/>
            <a:ext cx="470916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069080" y="822960"/>
            <a:ext cx="73152" cy="8229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224528" y="8686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app/page.jsx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24528" y="1143000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principal da aplicação. É aqui que vamos escrever nosso Hello World. Cada arquivo page.jsx dentro de app/ representa uma rota.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1783080"/>
            <a:ext cx="470916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069080" y="1783080"/>
            <a:ext cx="73152" cy="82296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224528" y="18288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app/layout.jsx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24528" y="2103120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layout global: o HTML base que envolve todas as páginas. Contém &lt;html&gt;, &lt;body&gt; e metadados.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9080" y="2743200"/>
            <a:ext cx="470916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069080" y="2743200"/>
            <a:ext cx="73152" cy="822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224528" y="27889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next.config.mjs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24528" y="3063240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configuração do Next.js. Por enquanto não precisamos mexer nele.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69080" y="3703320"/>
            <a:ext cx="470916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069080" y="3703320"/>
            <a:ext cx="73152" cy="82296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224528" y="37490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24528" y="4023360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para arquivos estáticos como imagens, ícones e fontes. Acessíveis diretamente pela URL.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Rodando o Projeto Localmente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e Mobile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20624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438912" cy="438912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987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 na pasta do projeto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393192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144475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meu-primeiro-app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Navegue até a pasta que foi criada pelo create-next-app.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20624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02920" y="2880360"/>
            <a:ext cx="438912" cy="438912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0292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907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Instale as dependências (se necessário)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337560"/>
            <a:ext cx="393192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336499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840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Normalmente já é feito automaticamente. Execute caso necessário.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20624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892040" y="960120"/>
            <a:ext cx="438912" cy="438912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892040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987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Inicie o servidor de desenvolvimento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417320"/>
            <a:ext cx="393192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029200" y="144475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terminal mostrará o endereço local do projeto.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420624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892040" y="2880360"/>
            <a:ext cx="438912" cy="438912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89204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40680" y="2907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Abra no navegador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3337560"/>
            <a:ext cx="393192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029200" y="336499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840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Ctrl + clique no link do terminal, ou abra manualmente no navegador.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e Mobile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Editando o Hello World  —  app/page.jsx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Substitua TODO o conteúdo de  app/page.jsx  por este código: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120640" cy="3337560"/>
          </a:xfrm>
          <a:prstGeom prst="rect">
            <a:avLst/>
          </a:prstGeom>
          <a:solidFill>
            <a:srgbClr val="0D1117"/>
          </a:solidFill>
          <a:ln w="12700">
            <a:solidFill>
              <a:srgbClr val="61DAF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app/page.js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</a:t>
            </a: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Home() {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Olá, Mundo! 👋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 primeiro app com React e Next.js!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15000" y="1097280"/>
            <a:ext cx="3063240" cy="3337560"/>
          </a:xfrm>
          <a:prstGeom prst="rect">
            <a:avLst/>
          </a:prstGeom>
          <a:solidFill>
            <a:srgbClr val="F9FAF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715000" y="1097280"/>
            <a:ext cx="3063240" cy="3657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806440" y="1207008"/>
            <a:ext cx="128016" cy="128016"/>
          </a:xfrm>
          <a:prstGeom prst="ellipse">
            <a:avLst/>
          </a:prstGeom>
          <a:solidFill>
            <a:srgbClr val="FC605B"/>
          </a:solidFill>
          <a:ln w="12700">
            <a:solidFill>
              <a:srgbClr val="FC60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035040" y="1207008"/>
            <a:ext cx="128016" cy="128016"/>
          </a:xfrm>
          <a:prstGeom prst="ellipse">
            <a:avLst/>
          </a:prstGeom>
          <a:solidFill>
            <a:srgbClr val="FDBC40"/>
          </a:solidFill>
          <a:ln w="12700">
            <a:solidFill>
              <a:srgbClr val="FDBC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263640" y="1207008"/>
            <a:ext cx="128016" cy="128016"/>
          </a:xfrm>
          <a:prstGeom prst="ellipse">
            <a:avLst/>
          </a:prstGeom>
          <a:solidFill>
            <a:srgbClr val="34C749"/>
          </a:solidFill>
          <a:ln w="12700">
            <a:solidFill>
              <a:srgbClr val="34C7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26480" y="1133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644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Olá, Mundo! 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06440" y="2148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 primeiro app com React e Next.js!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545150"/>
            <a:ext cx="841248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48640" y="4556181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Hot Reload: salve o arquivo e o navegador atualiza automaticamente — sem precisar recarregar!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Publicando no Vercel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e Mobile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seu computador para a internet em minutos: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20624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73152" cy="164592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35331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Inicializar o Git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737360"/>
            <a:ext cx="3913632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1755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075688"/>
            <a:ext cx="3913632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093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414016"/>
            <a:ext cx="3913632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"primeiro commit"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420624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73152" cy="1645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937760" y="1325880"/>
            <a:ext cx="384048" cy="38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377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135331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repositório no GitHub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Acesse github.com/new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40680" y="20665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Crie um repositório público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40680" y="24140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Copie a URL do repositório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2971800"/>
            <a:ext cx="420624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65760" y="2971800"/>
            <a:ext cx="73152" cy="16459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313639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Enviar o código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3913632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0080" y="35387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 do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repositório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 Git&gt;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858768"/>
            <a:ext cx="3913632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40080" y="3877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971800"/>
            <a:ext cx="420624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754880" y="2971800"/>
            <a:ext cx="73152" cy="1645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4937760" y="3108960"/>
            <a:ext cx="384048" cy="38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9377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40680" y="313639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Importar na Vercel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0680" y="3502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Acesse vercel.com/new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40680" y="38496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Clique </a:t>
            </a:r>
            <a:r>
              <a:rPr lang="en-US" sz="11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New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40680" y="41970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Selecione o repositório → Deploy!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297680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325112" y="36118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1DAFB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aprendemos hoje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React e por que ele é tão importante no mercado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41148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83794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Next.js e como ele complementa o React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41148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8640" y="266090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64261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projeto com npx create-next-app@latest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74136"/>
            <a:ext cx="41148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48640" y="346557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44728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 estrutura de pastas do Next.js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1148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46320" y="10515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103327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servidor local com npm run dev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764792"/>
            <a:ext cx="41148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46320" y="18562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83794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o arquivo app/page.jsx — nosso Hello World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569464"/>
            <a:ext cx="41148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846320" y="266090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49240" y="264261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no Vercel via GitHub — URL pública em minutos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próxima aula →  Componentes, JSX e props no React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2D2A192437014EB15729606CF2649F" ma:contentTypeVersion="7" ma:contentTypeDescription="Crie um novo documento." ma:contentTypeScope="" ma:versionID="72c82411141a5c6477fd26844196d284">
  <xsd:schema xmlns:xsd="http://www.w3.org/2001/XMLSchema" xmlns:xs="http://www.w3.org/2001/XMLSchema" xmlns:p="http://schemas.microsoft.com/office/2006/metadata/properties" xmlns:ns2="e054e46c-fd7e-4dc0-b65d-2a9a379c5fba" targetNamespace="http://schemas.microsoft.com/office/2006/metadata/properties" ma:root="true" ma:fieldsID="a40176d61270007612af080dbea1a3d1" ns2:_="">
    <xsd:import namespace="e054e46c-fd7e-4dc0-b65d-2a9a379c5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e46c-fd7e-4dc0-b65d-2a9a379c5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FCC386-AC85-44C2-B1DB-73A15803DA0F}"/>
</file>

<file path=customXml/itemProps2.xml><?xml version="1.0" encoding="utf-8"?>
<ds:datastoreItem xmlns:ds="http://schemas.openxmlformats.org/officeDocument/2006/customXml" ds:itemID="{29BA4335-3377-4B89-B756-B6D2FECA4E49}"/>
</file>

<file path=customXml/itemProps3.xml><?xml version="1.0" encoding="utf-8"?>
<ds:datastoreItem xmlns:ds="http://schemas.openxmlformats.org/officeDocument/2006/customXml" ds:itemID="{A6D469FD-100C-4E65-B536-9C5B9FD1DCF5}"/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904</Words>
  <Application>Microsoft Office PowerPoint</Application>
  <PresentationFormat>Apresentação na tela (16:9)</PresentationFormat>
  <Paragraphs>163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Primeiro Programa com React + Next.js</dc:title>
  <dc:subject>PptxGenJS Presentation</dc:subject>
  <dc:creator>Prof. Flávio Ricardo Dias</dc:creator>
  <cp:lastModifiedBy>Flávio Dias</cp:lastModifiedBy>
  <cp:revision>4</cp:revision>
  <dcterms:created xsi:type="dcterms:W3CDTF">2026-03-15T13:21:08Z</dcterms:created>
  <dcterms:modified xsi:type="dcterms:W3CDTF">2026-03-17T02:23:35Z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0x010100F22D2A192437014EB15729606CF2649F</vt:lpwstr>
  </property>
</Properties>
</file>